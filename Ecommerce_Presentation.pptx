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1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407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77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40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5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7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23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99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167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219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12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22949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E-Commerce Product Catalog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The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 Modern platforms sell physical goods, digital downloads, and subscriptions, each with different rules.</a:t>
            </a:r>
          </a:p>
          <a:p>
            <a:r>
              <a:t>The Goal: Build an extensible catalog system that avoids messy if/else or instanceof checks.</a:t>
            </a:r>
          </a:p>
          <a:p>
            <a:r>
              <a:t>The Solution: A robust Java application utilizing a polymorphic product hierarchy to dynamically handle diverse business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Technologies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Language: Java</a:t>
            </a:r>
          </a:p>
          <a:p>
            <a:r>
              <a:t>Paradigm: Object-Oriented Programming (OOP)</a:t>
            </a:r>
          </a:p>
          <a:p>
            <a:r>
              <a:t>Data Persistence: CSV File I/O</a:t>
            </a:r>
          </a:p>
          <a:p>
            <a:r>
              <a:t>Design Patterns Used: Template Method Pattern &amp; Factory-style Parsing</a:t>
            </a:r>
          </a:p>
          <a:p>
            <a:r>
              <a:t>UI: Interactive Command Line Interface (CLI)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Object-Oriented Design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 Base Class (Product.java): Holds shared properties (ID, Name, Base Price).</a:t>
            </a:r>
          </a:p>
          <a:p>
            <a:r>
              <a:t>Abstract Hooks: Defines methods children must implement (calculateShippingCost, calculateTax).</a:t>
            </a:r>
          </a:p>
          <a:p>
            <a:r>
              <a:t>Subclasses: PhysicalProduct, DigitalProduct, SubscriptionProduct inherit and implement unique logic.</a:t>
            </a:r>
          </a:p>
          <a:p>
            <a:r>
              <a:t>Benefit: CatalogService processes thousands of mixed products polymorphically.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Persistence &amp; 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Challenge: Storing polymorphic objects into a flat text file.</a:t>
            </a:r>
          </a:p>
          <a:p>
            <a:r>
              <a:t>Implementation: Dedicated Repository classes (ProductRepository, OrderRepository).</a:t>
            </a:r>
          </a:p>
          <a:p>
            <a:r>
              <a:t>Each product is saved with a Type column (PHYSICAL, DIGITAL).</a:t>
            </a:r>
          </a:p>
          <a:p>
            <a:r>
              <a:t>On startup, the system reads the CSV and seamlessly resurrects the correct child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Business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Cost Calculation: Costs react dynamically to a 'place' parameter (e.g., Texas, Hawaii).</a:t>
            </a:r>
          </a:p>
          <a:p>
            <a:r>
              <a:t>Simulated Logistics: International string-length algorithms and remote keyword detection.</a:t>
            </a:r>
          </a:p>
          <a:p>
            <a:r>
              <a:t>Auto-ID Generation: System automatically parses CSV states to generate sequential IDs (e.g., P-001) mimicking 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User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 Control (RBAC): Users route based on role (ADMIN or CUSTOMER).</a:t>
            </a:r>
          </a:p>
          <a:p>
            <a:r>
              <a:t>Admin Portal: View specific catalogs and add new products.</a:t>
            </a:r>
          </a:p>
          <a:p>
            <a:r>
              <a:t>Customer Portal: View simplified catalog, simulate purchases.</a:t>
            </a:r>
          </a:p>
          <a:p>
            <a:r>
              <a:t>Data Privacy: Securely track order history restricted to the logged-in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 Successfully built a scalable, OOP-driven console app mirroring real-world business logic.</a:t>
            </a:r>
          </a:p>
          <a:p>
            <a:r>
              <a:t>Future 1: Migrate from CSV storage to a relational database (MySQL).</a:t>
            </a:r>
          </a:p>
          <a:p>
            <a:r>
              <a:t>Future 2: Implement a GUI using JavaFX or a web frontend.</a:t>
            </a:r>
          </a:p>
          <a:p>
            <a:r>
              <a:t>Future 3: Add a multi-product shopping cart feature.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396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E-Commerce Product Catalog System</vt:lpstr>
      <vt:lpstr>Project Overview &amp; The Business Problem</vt:lpstr>
      <vt:lpstr>Core Technologies &amp; Architecture</vt:lpstr>
      <vt:lpstr>Object-Oriented Design (OOP)</vt:lpstr>
      <vt:lpstr>Data Persistence &amp; File I/O</vt:lpstr>
      <vt:lpstr>Dynamic Business Logic</vt:lpstr>
      <vt:lpstr>Security &amp; User Flows</vt:lpstr>
      <vt:lpstr>Conclusion &amp; 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NOSSAM REVANTH KUMAR REDDY</cp:lastModifiedBy>
  <cp:revision>2</cp:revision>
  <dcterms:created xsi:type="dcterms:W3CDTF">2013-01-27T09:14:16Z</dcterms:created>
  <dcterms:modified xsi:type="dcterms:W3CDTF">2026-07-04T04:46:43Z</dcterms:modified>
  <cp:category/>
</cp:coreProperties>
</file>
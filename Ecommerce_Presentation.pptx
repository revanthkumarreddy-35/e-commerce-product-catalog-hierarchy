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E-Commerce Product Catalog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Java Console Application demonstrating advanced OOP Principles</a:t>
            </a:r>
          </a:p>
          <a:p/>
          <a:p>
            <a:r>
              <a:t>Presenter: [Your Name]</a:t>
            </a:r>
          </a:p>
          <a:p>
            <a:r>
              <a:t>Date: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 &amp; The Business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Problem: Modern platforms sell physical goods, digital downloads, and subscriptions, each with different rules.</a:t>
            </a:r>
          </a:p>
          <a:p>
            <a:pPr/>
            <a:r>
              <a:t>The Goal: Build an extensible catalog system that avoids messy if/else or instanceof checks.</a:t>
            </a:r>
          </a:p>
          <a:p>
            <a:pPr/>
            <a:r>
              <a:t>The Solution: A robust Java application utilizing a polymorphic product hierarchy to dynamically handle diverse business logic.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Core Technologies &amp;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Language: Java</a:t>
            </a:r>
          </a:p>
          <a:p>
            <a:pPr/>
            <a:r>
              <a:t>Paradigm: Object-Oriented Programming (OOP)</a:t>
            </a:r>
          </a:p>
          <a:p>
            <a:pPr/>
            <a:r>
              <a:t>Data Persistence: CSV File I/O</a:t>
            </a:r>
          </a:p>
          <a:p>
            <a:pPr/>
            <a:r>
              <a:t>Design Patterns Used: Template Method Pattern &amp; Factory-style Parsing</a:t>
            </a:r>
          </a:p>
          <a:p>
            <a:pPr/>
            <a:r>
              <a:t>UI: Interactive Command Line Interface (CLI)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Object-Oriented Design (OOP)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Abstract Base Class (Product.java): Holds shared properties (ID, Name, Base Price).</a:t>
            </a:r>
          </a:p>
          <a:p>
            <a:pPr/>
            <a:r>
              <a:t>Abstract Hooks: Defines methods children must implement (calculateShippingCost, calculateTax).</a:t>
            </a:r>
          </a:p>
          <a:p>
            <a:pPr/>
            <a:r>
              <a:t>Subclasses: PhysicalProduct, DigitalProduct, SubscriptionProduct inherit and implement unique logic.</a:t>
            </a:r>
          </a:p>
          <a:p>
            <a:pPr/>
            <a:r>
              <a:t>Benefit: CatalogService processes thousands of mixed products polymorphically.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Persistence &amp; File I/O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The Challenge: Storing polymorphic objects into a flat text file.</a:t>
            </a:r>
          </a:p>
          <a:p>
            <a:pPr/>
            <a:r>
              <a:t>Implementation: Dedicated Repository classes (ProductRepository, OrderRepository).</a:t>
            </a:r>
          </a:p>
          <a:p>
            <a:pPr/>
            <a:r>
              <a:t>Each product is saved with a Type column (PHYSICAL, DIGITAL).</a:t>
            </a:r>
          </a:p>
          <a:p>
            <a:pPr/>
            <a:r>
              <a:t>On startup, the system reads the CSV and seamlessly resurrects the correct child class.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Dynamic Business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Real-Time Cost Calculation: Costs react dynamically to a 'place' parameter (e.g., Texas, Hawaii).</a:t>
            </a:r>
          </a:p>
          <a:p>
            <a:pPr/>
            <a:r>
              <a:t>Simulated Logistics: International string-length algorithms and remote keyword detection.</a:t>
            </a:r>
          </a:p>
          <a:p>
            <a:pPr/>
            <a:r>
              <a:t>Auto-ID Generation: System automatically parses CSV states to generate sequential IDs (e.g., P-001) mimicking SQL.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&amp; User Flows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Role-Based Access Control (RBAC): Users route based on role (ADMIN or CUSTOMER).</a:t>
            </a:r>
          </a:p>
          <a:p>
            <a:pPr/>
            <a:r>
              <a:t>Admin Portal: View specific catalogs and add new products.</a:t>
            </a:r>
          </a:p>
          <a:p>
            <a:pPr/>
            <a:r>
              <a:t>Customer Portal: View simplified catalog, simulate purchases.</a:t>
            </a:r>
          </a:p>
          <a:p>
            <a:pPr/>
            <a:r>
              <a:t>Data Privacy: Securely track order history restricted to the logged-in user.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 &amp; 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Summary: Successfully built a scalable, OOP-driven console app mirroring real-world business logic.</a:t>
            </a:r>
          </a:p>
          <a:p>
            <a:pPr/>
            <a:r>
              <a:t>Future 1: Migrate from CSV storage to a relational database (MySQL).</a:t>
            </a:r>
          </a:p>
          <a:p>
            <a:pPr/>
            <a:r>
              <a:t>Future 2: Implement a GUI using JavaFX or a web frontend.</a:t>
            </a:r>
          </a:p>
          <a:p>
            <a:pPr/>
            <a:r>
              <a:t>Future 3: Add a multi-product shopping cart feature.</a:t>
            </a:r>
          </a:p>
          <a:p>
            <a:pPr/>
            <a:r>
              <a:t>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